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2778" y="-12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106.109.100.27\projects\2014\Samsung\BTL_Promotion\8.IT_School\Presentation\IT-School_vers1-1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757063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393668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752026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3994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38636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205979"/>
            <a:ext cx="6553200" cy="6131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13168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232857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922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73531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5392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6678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86249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\\106.109.100.27\projects\2014\Samsung\BTL_Promotion\8.IT_School\Presentation\IT-School_vers1-2.jpg"/>
          <p:cNvPicPr>
            <a:picLocks noChangeAspect="1" noChangeArrowheads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0" cy="5184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0" y="205979"/>
            <a:ext cx="6400800" cy="6893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52550"/>
            <a:ext cx="8229600" cy="3242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2AA98-211F-40C2-AA9D-58BCE4328BC3}" type="datetimeFigureOut">
              <a:rPr lang="en-US" smtClean="0"/>
              <a:pPr/>
              <a:t>12/26/2014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86E17-0AA6-41EF-B42B-ADE2BCDEBF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665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97819"/>
            <a:ext cx="7467600" cy="1102519"/>
          </a:xfrm>
        </p:spPr>
        <p:txBody>
          <a:bodyPr/>
          <a:lstStyle/>
          <a:p>
            <a:pPr algn="l"/>
            <a:r>
              <a:rPr lang="ru-RU" dirty="0" smtClean="0"/>
              <a:t>Индивидуальный проект </a:t>
            </a:r>
            <a:br>
              <a:rPr lang="ru-RU" dirty="0" smtClean="0"/>
            </a:br>
            <a:r>
              <a:rPr lang="ru-RU" dirty="0" smtClean="0">
                <a:solidFill>
                  <a:srgbClr val="FFFF00"/>
                </a:solidFill>
              </a:rPr>
              <a:t>Эмулятор космических объектов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" name="Subtitle 4"/>
          <p:cNvSpPr txBox="1">
            <a:spLocks noGrp="1"/>
          </p:cNvSpPr>
          <p:nvPr>
            <p:ph type="subTitle" idx="1"/>
          </p:nvPr>
        </p:nvSpPr>
        <p:spPr>
          <a:xfrm>
            <a:off x="990600" y="3028950"/>
            <a:ext cx="1828800" cy="152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600" dirty="0" smtClean="0">
                <a:solidFill>
                  <a:schemeClr val="bg1"/>
                </a:solidFill>
              </a:rPr>
              <a:t>Город</a:t>
            </a:r>
            <a:r>
              <a:rPr lang="ru-RU" sz="1600" dirty="0" smtClean="0">
                <a:solidFill>
                  <a:schemeClr val="bg1"/>
                </a:solidFill>
              </a:rPr>
              <a:t>:</a:t>
            </a:r>
          </a:p>
          <a:p>
            <a:pPr algn="r"/>
            <a:r>
              <a:rPr lang="ru-RU" sz="1600" dirty="0" smtClean="0"/>
              <a:t>Площадка:</a:t>
            </a:r>
            <a:endParaRPr lang="ru-RU" sz="1600" dirty="0" smtClean="0">
              <a:solidFill>
                <a:schemeClr val="bg1"/>
              </a:solidFill>
            </a:endParaRPr>
          </a:p>
          <a:p>
            <a:pPr algn="r"/>
            <a:r>
              <a:rPr lang="ru-RU" sz="1600" dirty="0" smtClean="0">
                <a:solidFill>
                  <a:schemeClr val="bg1"/>
                </a:solidFill>
              </a:rPr>
              <a:t>Учащийся:</a:t>
            </a:r>
          </a:p>
          <a:p>
            <a:pPr algn="r"/>
            <a:r>
              <a:rPr lang="ru-RU" sz="1600" dirty="0" smtClean="0"/>
              <a:t>Преподаватель:</a:t>
            </a:r>
            <a:endParaRPr lang="ru-RU" sz="1600" dirty="0" smtClean="0">
              <a:solidFill>
                <a:schemeClr val="bg1"/>
              </a:solidFill>
            </a:endParaRPr>
          </a:p>
          <a:p>
            <a:pPr algn="r"/>
            <a:r>
              <a:rPr lang="ru-RU" sz="1600" dirty="0" smtClean="0">
                <a:solidFill>
                  <a:schemeClr val="bg1"/>
                </a:solidFill>
              </a:rPr>
              <a:t>Дата: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2895600" y="3028950"/>
            <a:ext cx="3429000" cy="152041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Самара</a:t>
            </a:r>
          </a:p>
          <a:p>
            <a:pPr lvl="0">
              <a:spcBef>
                <a:spcPct val="20000"/>
              </a:spcBef>
              <a:defRPr/>
            </a:pPr>
            <a:r>
              <a:rPr lang="ru-RU" sz="1600" dirty="0" smtClean="0">
                <a:solidFill>
                  <a:schemeClr val="bg1"/>
                </a:solidFill>
              </a:rPr>
              <a:t>МБОУ Гимназия №1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Петров </a:t>
            </a:r>
            <a:r>
              <a:rPr kumimoji="0" lang="ru-RU" sz="1600" b="0" i="0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Александр</a:t>
            </a:r>
            <a:endParaRPr kumimoji="0" lang="ru-RU" sz="1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>
              <a:spcBef>
                <a:spcPct val="20000"/>
              </a:spcBef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Коростылев Юрий Васильевич</a:t>
            </a:r>
            <a:endParaRPr kumimoji="0" lang="ru-RU" sz="1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 февраля  2015г.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546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60616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26</Words>
  <Application>Microsoft Office PowerPoint</Application>
  <PresentationFormat>On-screen Show (16:9)</PresentationFormat>
  <Paragraphs>11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Индивидуальный проект  Эмулятор космических объектов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Yulia Bortsova</dc:creator>
  <cp:lastModifiedBy>svetlana.yun</cp:lastModifiedBy>
  <cp:revision>8</cp:revision>
  <dcterms:created xsi:type="dcterms:W3CDTF">2014-12-09T14:15:18Z</dcterms:created>
  <dcterms:modified xsi:type="dcterms:W3CDTF">2014-12-26T13:13:41Z</dcterms:modified>
</cp:coreProperties>
</file>